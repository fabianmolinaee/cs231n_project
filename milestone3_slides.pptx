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h66deu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649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8FAFC"/>
                </a:solidFill>
              </a:rPr>
              <a:t>Physics-Constrained
Chip Thermal Map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CS 231N — Deep Learning for Computer Vision  ·  Stanford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7316"/>
                </a:solidFill>
              </a:rPr>
              <a:t>Fabian Molina  ·  Ruben Carrazco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29260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DE68A"/>
                </a:solidFill>
              </a:rPr>
              <a:t>Milestone 3: Preliminary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Can a neural network replace hours of thermal simulation?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21208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64008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7316"/>
                </a:solidFill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Chip overheating degrades performance and causes failures. During chip design, engineers must evaluate thousands of layout options — each requires a full thermal simulation.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521208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272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The Bottleneck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HotSpot, the standard academic thermal simulator, takes minutes per design. This makes it impractical for automated layout search across large design spaces.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521208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64008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103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C55E"/>
                </a:solidFill>
              </a:rPr>
              <a:t>Our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48463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Train a CNN to predict a full 256x256 temperature map from two input images (floorplan + power density) in milliseconds — a 1000x speedup over simulation.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234440"/>
            <a:ext cx="5806440" cy="525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580644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Core Research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2024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</a:rPr>
              <a:t>Does adding a physics constraint to the training loss help the model generalize to chip configurations it was never trained 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E68A"/>
                </a:solidFill>
              </a:rPr>
              <a:t>The physics constraint (heat equation):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1148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</a:rPr>
              <a:t>k · ∇²T + Q 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709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T = temperature map,  Q = power density,  k = thermal conductivity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19379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We penalize how much the prediction violates this equation during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Dataset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CircuitNet 2.0 — public benchmark of GPU/accelerator chip designs with HotSpot thermal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chip designs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188720"/>
            <a:ext cx="274320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887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26187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7373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design families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188720"/>
            <a:ext cx="274320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1887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26187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256x256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7373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pixels per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188720"/>
            <a:ext cx="2743200" cy="960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18872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26187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</a:rPr>
              <a:t>268 / 31 / 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17373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train / val / test</a:t>
            </a:r>
          </a:p>
        </p:txBody>
      </p:sp>
      <p:pic>
        <p:nvPicPr>
          <p:cNvPr id="22" name="Picture 21" descr="sampl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31720"/>
            <a:ext cx="5303520" cy="97332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2377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Inputs  (2 channels)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</a:rPr>
              <a:t>Floorplan — grayscale image showing where circuit components are placed on the chip
Power density map — how much power each region dissipates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Target  (1 channel)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8FAFC"/>
                </a:solidFill>
              </a:rPr>
              <a:t>HotSpot thermal map — simulated temperature at every point on the chip surface (in Kelvin)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Design families: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6080760"/>
            <a:ext cx="169164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6080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</a:rPr>
              <a:t>Vortex-small
96 designs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6080760"/>
            <a:ext cx="169164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6080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</a:rPr>
              <a:t>Vortex-large
61 designs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6080760"/>
            <a:ext cx="169164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608076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8FAFC"/>
                </a:solidFill>
              </a:rPr>
              <a:t>nvdla-large
32 designs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Three models — progressively adding skip connections and a physics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5257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1344168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3441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Baseline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</a:rPr>
              <a:t>PlainCNN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984248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29968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No encoder/decoder, no skip connections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825496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871216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8 stacked conv layers with increasing dilation rates — allows wider receptive field without resolution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666744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712464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Weakest baseline: no spatial compression or skip paths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4507992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4553712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Input (2ch) -&gt; 8 layers -&gt; Output (1ch)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5349240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5394960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64 feature channels throughout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234440"/>
            <a:ext cx="3749039" cy="5257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23444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0528" y="1344168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3441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B82F6"/>
                </a:solidFill>
              </a:rPr>
              <a:t>Baseline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137160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</a:rPr>
              <a:t>EncoderDecoder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1984248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2029968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Encoder: 5 stages of downsampling (2x at each stage)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2825496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2871216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Bottleneck: compressed 16x representation + dropout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9976" y="3666744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3712464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Decoder: 4 stages of upsampling back to 256x256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9976" y="4507992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4553712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No skip connections — spatial detail is lost at bottleneck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9976" y="5349240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6" y="5394960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Ablation: isolates the effect of skip connections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1234440"/>
            <a:ext cx="3749039" cy="5257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0456" y="1234440"/>
            <a:ext cx="3749039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60736" y="1344168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441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97316"/>
                </a:solidFill>
              </a:rPr>
              <a:t>Our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7616" y="137160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8FAFC"/>
                </a:solidFill>
              </a:rPr>
              <a:t>U-Net + Physics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0184" y="1984248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21624" y="2029968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Same encoder-decoder structure as above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0184" y="2825496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1624" y="2871216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Skip connections copy encoder features to decoder at each level — spatial detail is preserved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0184" y="3666744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3712464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Physics loss term added: penalizes predictions that violate the heat equation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30184" y="4507992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1624" y="4553712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L_total = L_MSE + lambda * L_physics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0184" y="5349240"/>
            <a:ext cx="3529584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5394960"/>
            <a:ext cx="33467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</a:rPr>
              <a:t>lambda controls strength of physics constraint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Quantitative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Validation split (31 samples) · 250 epochs · Adam optimizer · lower is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55778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100584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7316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7316"/>
                          </a:solidFill>
                        </a:rPr>
                        <a:t>Val MSE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7316"/>
                          </a:solidFill>
                        </a:rPr>
                        <a:t>RMSE (K)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97316"/>
                          </a:solidFill>
                        </a:rPr>
                        <a:t>% above best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DE68A"/>
                          </a:solidFill>
                        </a:rPr>
                        <a:t>U-Net  (lambda=0)  *BEST*</a:t>
                      </a:r>
                    </a:p>
                  </a:txBody>
                  <a:tcPr>
                    <a:solidFill>
                      <a:srgbClr val="29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97316"/>
                          </a:solidFill>
                        </a:rPr>
                        <a:t>0.01691</a:t>
                      </a:r>
                    </a:p>
                  </a:txBody>
                  <a:tcPr>
                    <a:solidFill>
                      <a:srgbClr val="29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97316"/>
                          </a:solidFill>
                        </a:rPr>
                        <a:t>0.78 K</a:t>
                      </a:r>
                    </a:p>
                  </a:txBody>
                  <a:tcPr>
                    <a:solidFill>
                      <a:srgbClr val="291A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2C55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291A0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U-Net  (lambda=0.1)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0.02196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0.89 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F4444"/>
                          </a:solidFill>
                        </a:rPr>
                        <a:t>+14%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EncoderDecoder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0.03972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1.20 K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F4444"/>
                          </a:solidFill>
                        </a:rPr>
                        <a:t>+54%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PlainCNN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0.07693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8FAFC"/>
                          </a:solidFill>
                        </a:rPr>
                        <a:t>1.67 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EF4444"/>
                          </a:solidFill>
                        </a:rPr>
                        <a:t>+114%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mpup72dz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5852160" cy="30623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0" y="5394960"/>
            <a:ext cx="585216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5394960"/>
            <a:ext cx="64008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5440680"/>
            <a:ext cx="5623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8FAFC"/>
                </a:solidFill>
              </a:rPr>
              <a:t>Adding skip connections (EncoderDecoder -&gt; U-Net) reduces RMSE by 35% (1.20 -&gt; 0.78 K).
Physics loss raises in-distribution RMSE slightly — expected, it is a regularizer.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Predictions vs.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Best model: U-Net (MSE only, no physics loss) — evaluated on three unseen chip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_family_pr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418231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887200" y="1188720"/>
            <a:ext cx="228600" cy="5074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400800"/>
            <a:ext cx="11548872" cy="3474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1908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Columns:  Floorplan (input)  |  Power density (input)  |  Ground truth temperature  |  Predicted (GT scale)  |  Predicted (auto scale)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Effect of Physics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lambda controls how strongly the training penalizes violations of the heat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212080" cy="3383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21208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Training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4846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8FAFC"/>
                </a:solidFill>
              </a:rPr>
              <a:t>L = L_MSE  +  lambda * L_physics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029200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L_physics  measures how much the prediction
violates the steady-state heat equation: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8FAFC"/>
                </a:solidFill>
              </a:rPr>
              <a:t>L_physics  =  || k * lap(T_pred) + Q ||^2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6732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lap = discrete Laplacian (measures spatial curvature)
k = thermal conductivity
Q = power density input</a:t>
            </a:r>
          </a:p>
        </p:txBody>
      </p:sp>
      <p:pic>
        <p:nvPicPr>
          <p:cNvPr id="14" name="Picture 13" descr="tmpqtm0b2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34440"/>
            <a:ext cx="6172200" cy="376835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4800600"/>
            <a:ext cx="56692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910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Expected: physics loss trades accuracy for regularity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3035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Adding physics regularization (lambda=0.1) increases val MSE by ~30% compared to lambda=0. This is expected — the model is constrained to be physically plausible, not just MSE-optimal.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800600"/>
            <a:ext cx="5669280" cy="1828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800600"/>
            <a:ext cx="64008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910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</a:rPr>
              <a:t>Open question: does it help on unseen chip configs?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53035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We hypothesize that physics-constrained models (lambda &gt; 0) will degrade less when tested on chip thicknesses outside the training set. This out-of-distribution test is Milestone 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Analysis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What the architecture sweep tells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nsvkcx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577840" cy="32541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1234440"/>
            <a:ext cx="5897880" cy="17190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" cy="17190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325880"/>
            <a:ext cx="150876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</a:rPr>
              <a:t>57% MSE
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Skip connections are the single biggest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09928"/>
            <a:ext cx="5623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U-Net vs. EncoderDecoder have identical depth, channel counts, and training setup. The only difference is skip connections. Result: 57% reduction in val MSE (0.040 -&gt; 0.017). Spatial detail lost in the bottleneck cannot be recovered by the decoder alone.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897880" cy="17190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64008" cy="17190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3154680"/>
            <a:ext cx="150876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1546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</a:rPr>
              <a:t>Connectivity
&gt; 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More layers is not the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38728"/>
            <a:ext cx="5623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PlainCNN uses 8 convolutional layers (more than EncoderDecoder's encoder+decoder combined) yet performs 2x worse. In pixel-to-pixel prediction tasks, how you route spatial information matters more than raw depth.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92040"/>
            <a:ext cx="5897880" cy="171907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892040"/>
            <a:ext cx="64008" cy="17190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4983480"/>
            <a:ext cx="150876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8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Stable across
lambda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Physics loss trains stably — in-distribution cost is 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67528"/>
            <a:ext cx="5623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</a:rPr>
              <a:t>Increasing lambda from 0 to 0.1 raises val MSE by ~30% (not catastrophic). Training did not diverge. The physics gradients are well-behaved. The out-of-distribution benefit remains to be measured.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What we do not yet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4008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2588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Small validation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70992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Only 31 validation samples. RMSE estimates have high variance. The held-out test split (31 samples) has not been evaluated yet — all reported numbers are validation-only.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63240"/>
            <a:ext cx="576072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5468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No out-of-distribution test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53872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core claim — that physics-constrained models generalize better to unseen chip thicknesses — has not been tested. This is the goal of Milestone 4.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92040"/>
            <a:ext cx="576072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892040"/>
            <a:ext cx="64008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498348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Physics weight lambda not optimized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536752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We measured lambda=0 and lambda=0.1. Two additional values (lambda=0.01, 1.0) were trained but results are still pending. The optimal lambda for out-of-distribution performance is unknown.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234440"/>
            <a:ext cx="576072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234440"/>
            <a:ext cx="64008" cy="16916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132588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Labels approximate real silicon temperatures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170992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Ground truth comes from HotSpot, a block-level RC thermal model, not full 3D finite-element simulation. Prediction accuracy is bounded by how accurate HotSpot itself 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63240"/>
            <a:ext cx="576072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063240"/>
            <a:ext cx="64008" cy="16916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15468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</a:rPr>
              <a:t>Only one architecture family 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538728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All three models share the same U-Net backbone style. We have not compared against attention-based models or graph neural networks, which are out of scope for this milestone.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</a:rPr>
              <a:t>From preliminary val results to paper-quality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73968" cy="228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760720" cy="24871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4008" cy="24871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44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4416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</a:rPr>
              <a:t>Test Set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892808"/>
            <a:ext cx="544068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Evaluate the best U-Net checkpoint on the 31-sample held-out test split (never seen during training). Report RMSE, SSIM (structural similarity), and hotspot location accuracy (IoU of top-5% hottest pixels).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760720" cy="24871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64008" cy="2487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44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61320" y="1371600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61320" y="13716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34416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</a:rPr>
              <a:t>Prediction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892808"/>
            <a:ext cx="544068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Generate side-by-side comparison panels: U-Net lambda=0 vs U-Net lambda=0.1. Do physics constraints produce sharper or more accurate hotspot boundaries?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86200"/>
            <a:ext cx="5760720" cy="24871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86200"/>
            <a:ext cx="64008" cy="2487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3995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023360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0233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</a:rPr>
              <a:t>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9592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</a:rPr>
              <a:t>Out-of-Distribution Test (core claim)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544568"/>
            <a:ext cx="544068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Re-run HotSpot simulation at new chip thicknesses outside the training range. Evaluate all checkpoints on these unseen configs. This is the central experiment of the paper.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86200"/>
            <a:ext cx="5760720" cy="24871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64008" cy="248716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9959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855F7"/>
                </a:solidFill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4023360"/>
            <a:ext cx="14173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40233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</a:rP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95928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</a:rPr>
              <a:t>Complete Lambda Sweep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4544568"/>
            <a:ext cx="544068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Collect validation metrics for lambda=0.01 and lambda=1.0 to complete the regularization curve. Understand the in-distribution vs. out-of-distribution trade-off across all four lambda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